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CE7170-ED5C-4763-96B1-066DFF043EF3}" type="doc">
      <dgm:prSet loTypeId="urn:microsoft.com/office/officeart/2005/8/layout/cycle5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D7BBB53B-5D14-41CA-A867-25428B6A5DFB}">
      <dgm:prSet phldrT="[Text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>
              <a:solidFill>
                <a:srgbClr val="002060"/>
              </a:solidFill>
            </a:rPr>
            <a:t>High School (2015-17)</a:t>
          </a:r>
        </a:p>
        <a:p>
          <a:r>
            <a:rPr lang="en-US" sz="1600" b="1" dirty="0">
              <a:solidFill>
                <a:srgbClr val="002060"/>
              </a:solidFill>
            </a:rPr>
            <a:t>Graduate with Honors </a:t>
          </a:r>
          <a:endParaRPr lang="en-IN" sz="1600" b="1" dirty="0">
            <a:solidFill>
              <a:srgbClr val="002060"/>
            </a:solidFill>
          </a:endParaRPr>
        </a:p>
      </dgm:t>
    </dgm:pt>
    <dgm:pt modelId="{247580EE-4658-4059-BEDA-836186B0C5DD}" type="parTrans" cxnId="{35F4E723-7F76-4C1D-A44E-310254559DA6}">
      <dgm:prSet/>
      <dgm:spPr/>
      <dgm:t>
        <a:bodyPr/>
        <a:lstStyle/>
        <a:p>
          <a:endParaRPr lang="en-IN"/>
        </a:p>
      </dgm:t>
    </dgm:pt>
    <dgm:pt modelId="{D6F9B182-D9FA-475C-AB7B-D835C6DCF0A5}" type="sibTrans" cxnId="{35F4E723-7F76-4C1D-A44E-310254559DA6}">
      <dgm:prSet/>
      <dgm:spPr/>
      <dgm:t>
        <a:bodyPr/>
        <a:lstStyle/>
        <a:p>
          <a:endParaRPr lang="en-IN"/>
        </a:p>
      </dgm:t>
    </dgm:pt>
    <dgm:pt modelId="{D1C5EA0B-EC59-4C38-88F1-78630894C19F}">
      <dgm:prSet phldrT="[Text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>
              <a:solidFill>
                <a:srgbClr val="002060"/>
              </a:solidFill>
            </a:rPr>
            <a:t>Bachelor’s Degree(2017-20)</a:t>
          </a:r>
        </a:p>
        <a:p>
          <a:r>
            <a:rPr lang="en-US" sz="1600" b="1" dirty="0">
              <a:solidFill>
                <a:srgbClr val="002060"/>
              </a:solidFill>
            </a:rPr>
            <a:t>B.C.A In Computer science</a:t>
          </a:r>
          <a:endParaRPr lang="en-IN" sz="1600" b="1" dirty="0">
            <a:solidFill>
              <a:srgbClr val="002060"/>
            </a:solidFill>
          </a:endParaRPr>
        </a:p>
      </dgm:t>
    </dgm:pt>
    <dgm:pt modelId="{0A1C6391-6B4A-4FB4-A964-50E1775D7C14}" type="parTrans" cxnId="{BE53AB72-ED61-4922-B074-5575590798D7}">
      <dgm:prSet/>
      <dgm:spPr/>
      <dgm:t>
        <a:bodyPr/>
        <a:lstStyle/>
        <a:p>
          <a:endParaRPr lang="en-IN"/>
        </a:p>
      </dgm:t>
    </dgm:pt>
    <dgm:pt modelId="{1345C1BE-A091-44B4-9D75-DA5A2104D094}" type="sibTrans" cxnId="{BE53AB72-ED61-4922-B074-5575590798D7}">
      <dgm:prSet/>
      <dgm:spPr/>
      <dgm:t>
        <a:bodyPr/>
        <a:lstStyle/>
        <a:p>
          <a:endParaRPr lang="en-IN"/>
        </a:p>
      </dgm:t>
    </dgm:pt>
    <dgm:pt modelId="{9DEB89E3-4828-460D-BE62-B6D0C8DE8514}">
      <dgm:prSet phldrT="[Text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>
              <a:solidFill>
                <a:srgbClr val="002060"/>
              </a:solidFill>
            </a:rPr>
            <a:t>Internship(2021)</a:t>
          </a:r>
        </a:p>
        <a:p>
          <a:r>
            <a:rPr lang="en-US" sz="1600" b="1" dirty="0">
              <a:solidFill>
                <a:srgbClr val="002060"/>
              </a:solidFill>
            </a:rPr>
            <a:t>Software </a:t>
          </a:r>
          <a:r>
            <a:rPr lang="en-US" sz="1600" b="1" dirty="0" err="1">
              <a:solidFill>
                <a:srgbClr val="002060"/>
              </a:solidFill>
            </a:rPr>
            <a:t>Devlopment</a:t>
          </a:r>
          <a:r>
            <a:rPr lang="en-US" sz="1600" b="1" dirty="0">
              <a:solidFill>
                <a:srgbClr val="002060"/>
              </a:solidFill>
            </a:rPr>
            <a:t> intern</a:t>
          </a:r>
          <a:endParaRPr lang="en-IN" sz="1600" b="1" dirty="0">
            <a:solidFill>
              <a:srgbClr val="002060"/>
            </a:solidFill>
          </a:endParaRPr>
        </a:p>
      </dgm:t>
    </dgm:pt>
    <dgm:pt modelId="{0F34DB2C-8BDE-4698-90D8-3F4ECE29AF57}" type="parTrans" cxnId="{37EF105B-0959-481E-8306-2C2C02809837}">
      <dgm:prSet/>
      <dgm:spPr/>
      <dgm:t>
        <a:bodyPr/>
        <a:lstStyle/>
        <a:p>
          <a:endParaRPr lang="en-IN"/>
        </a:p>
      </dgm:t>
    </dgm:pt>
    <dgm:pt modelId="{F4E029D5-EBF5-427A-A869-B1FF394CB63B}" type="sibTrans" cxnId="{37EF105B-0959-481E-8306-2C2C02809837}">
      <dgm:prSet/>
      <dgm:spPr/>
      <dgm:t>
        <a:bodyPr/>
        <a:lstStyle/>
        <a:p>
          <a:endParaRPr lang="en-IN"/>
        </a:p>
      </dgm:t>
    </dgm:pt>
    <dgm:pt modelId="{A9A283EE-027B-4736-ADB7-102AC764C002}">
      <dgm:prSet phldrT="[Text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>
              <a:solidFill>
                <a:srgbClr val="002060"/>
              </a:solidFill>
            </a:rPr>
            <a:t>Master’s Degree(2022-2024)</a:t>
          </a:r>
          <a:endParaRPr lang="en-IN" sz="1600" b="1" dirty="0">
            <a:solidFill>
              <a:srgbClr val="002060"/>
            </a:solidFill>
          </a:endParaRPr>
        </a:p>
      </dgm:t>
    </dgm:pt>
    <dgm:pt modelId="{C31802A4-0767-40D1-BC91-E709BDB0B7F1}" type="parTrans" cxnId="{4BC7A374-DFDF-4FFC-B105-1E21EDEECE1E}">
      <dgm:prSet/>
      <dgm:spPr/>
      <dgm:t>
        <a:bodyPr/>
        <a:lstStyle/>
        <a:p>
          <a:endParaRPr lang="en-IN"/>
        </a:p>
      </dgm:t>
    </dgm:pt>
    <dgm:pt modelId="{BBA22994-3B40-47D0-AD97-3824DFB440E4}" type="sibTrans" cxnId="{4BC7A374-DFDF-4FFC-B105-1E21EDEECE1E}">
      <dgm:prSet/>
      <dgm:spPr/>
      <dgm:t>
        <a:bodyPr/>
        <a:lstStyle/>
        <a:p>
          <a:endParaRPr lang="en-IN"/>
        </a:p>
      </dgm:t>
    </dgm:pt>
    <dgm:pt modelId="{4C3993C9-D3F4-47F8-98D4-8A54594821DC}">
      <dgm:prSet phldrT="[Text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>
              <a:solidFill>
                <a:srgbClr val="002060"/>
              </a:solidFill>
            </a:rPr>
            <a:t>Certification:</a:t>
          </a:r>
        </a:p>
        <a:p>
          <a:r>
            <a:rPr lang="en-US" sz="1600" b="1" dirty="0">
              <a:solidFill>
                <a:srgbClr val="002060"/>
              </a:solidFill>
            </a:rPr>
            <a:t>python</a:t>
          </a:r>
          <a:endParaRPr lang="en-IN" sz="1600" b="1" dirty="0">
            <a:solidFill>
              <a:srgbClr val="002060"/>
            </a:solidFill>
          </a:endParaRPr>
        </a:p>
      </dgm:t>
    </dgm:pt>
    <dgm:pt modelId="{1B25E4E8-1DD9-4A4E-9B00-554420611BC2}" type="parTrans" cxnId="{C62B10B9-1550-448B-9DD3-D797697A3B4C}">
      <dgm:prSet/>
      <dgm:spPr/>
      <dgm:t>
        <a:bodyPr/>
        <a:lstStyle/>
        <a:p>
          <a:endParaRPr lang="en-IN"/>
        </a:p>
      </dgm:t>
    </dgm:pt>
    <dgm:pt modelId="{57806EF5-4FF3-43B9-883E-05D55D4C4CDA}" type="sibTrans" cxnId="{C62B10B9-1550-448B-9DD3-D797697A3B4C}">
      <dgm:prSet/>
      <dgm:spPr/>
      <dgm:t>
        <a:bodyPr/>
        <a:lstStyle/>
        <a:p>
          <a:endParaRPr lang="en-IN"/>
        </a:p>
      </dgm:t>
    </dgm:pt>
    <dgm:pt modelId="{02B282E0-B081-47BF-893A-C3646642495D}" type="pres">
      <dgm:prSet presAssocID="{78CE7170-ED5C-4763-96B1-066DFF043EF3}" presName="cycle" presStyleCnt="0">
        <dgm:presLayoutVars>
          <dgm:dir/>
          <dgm:resizeHandles val="exact"/>
        </dgm:presLayoutVars>
      </dgm:prSet>
      <dgm:spPr/>
    </dgm:pt>
    <dgm:pt modelId="{EBEFB50D-A2D3-4168-8E68-61AD16EFE4FF}" type="pres">
      <dgm:prSet presAssocID="{D7BBB53B-5D14-41CA-A867-25428B6A5DFB}" presName="node" presStyleLbl="node1" presStyleIdx="0" presStyleCnt="5" custScaleX="136990">
        <dgm:presLayoutVars>
          <dgm:bulletEnabled val="1"/>
        </dgm:presLayoutVars>
      </dgm:prSet>
      <dgm:spPr/>
    </dgm:pt>
    <dgm:pt modelId="{9D89F17D-3916-43E9-8700-30CE947CD288}" type="pres">
      <dgm:prSet presAssocID="{D7BBB53B-5D14-41CA-A867-25428B6A5DFB}" presName="spNode" presStyleCnt="0"/>
      <dgm:spPr/>
    </dgm:pt>
    <dgm:pt modelId="{859C5D58-CE89-4148-90B0-172877551130}" type="pres">
      <dgm:prSet presAssocID="{D6F9B182-D9FA-475C-AB7B-D835C6DCF0A5}" presName="sibTrans" presStyleLbl="sibTrans1D1" presStyleIdx="0" presStyleCnt="5"/>
      <dgm:spPr/>
    </dgm:pt>
    <dgm:pt modelId="{03D21876-CA48-4FA0-8523-0A6BC6A6D7FE}" type="pres">
      <dgm:prSet presAssocID="{D1C5EA0B-EC59-4C38-88F1-78630894C19F}" presName="node" presStyleLbl="node1" presStyleIdx="1" presStyleCnt="5">
        <dgm:presLayoutVars>
          <dgm:bulletEnabled val="1"/>
        </dgm:presLayoutVars>
      </dgm:prSet>
      <dgm:spPr/>
    </dgm:pt>
    <dgm:pt modelId="{F09D6F09-954E-42A8-B443-C82841D63372}" type="pres">
      <dgm:prSet presAssocID="{D1C5EA0B-EC59-4C38-88F1-78630894C19F}" presName="spNode" presStyleCnt="0"/>
      <dgm:spPr/>
    </dgm:pt>
    <dgm:pt modelId="{020DA1A3-8893-4820-81A0-9EA4D0BAAB7B}" type="pres">
      <dgm:prSet presAssocID="{1345C1BE-A091-44B4-9D75-DA5A2104D094}" presName="sibTrans" presStyleLbl="sibTrans1D1" presStyleIdx="1" presStyleCnt="5"/>
      <dgm:spPr/>
    </dgm:pt>
    <dgm:pt modelId="{45B6222F-FA17-46FF-97CA-1B8A89A24EBC}" type="pres">
      <dgm:prSet presAssocID="{9DEB89E3-4828-460D-BE62-B6D0C8DE8514}" presName="node" presStyleLbl="node1" presStyleIdx="2" presStyleCnt="5">
        <dgm:presLayoutVars>
          <dgm:bulletEnabled val="1"/>
        </dgm:presLayoutVars>
      </dgm:prSet>
      <dgm:spPr/>
    </dgm:pt>
    <dgm:pt modelId="{ADEA5687-26C3-4BE2-B148-288596663B4A}" type="pres">
      <dgm:prSet presAssocID="{9DEB89E3-4828-460D-BE62-B6D0C8DE8514}" presName="spNode" presStyleCnt="0"/>
      <dgm:spPr/>
    </dgm:pt>
    <dgm:pt modelId="{A77EE4E5-BD7B-420F-9A0C-88FC6B021773}" type="pres">
      <dgm:prSet presAssocID="{F4E029D5-EBF5-427A-A869-B1FF394CB63B}" presName="sibTrans" presStyleLbl="sibTrans1D1" presStyleIdx="2" presStyleCnt="5"/>
      <dgm:spPr/>
    </dgm:pt>
    <dgm:pt modelId="{9AA67B63-10BD-4462-A4FC-AE0FA41D8683}" type="pres">
      <dgm:prSet presAssocID="{A9A283EE-027B-4736-ADB7-102AC764C002}" presName="node" presStyleLbl="node1" presStyleIdx="3" presStyleCnt="5">
        <dgm:presLayoutVars>
          <dgm:bulletEnabled val="1"/>
        </dgm:presLayoutVars>
      </dgm:prSet>
      <dgm:spPr/>
    </dgm:pt>
    <dgm:pt modelId="{B6CB083F-04F3-4896-B7E7-D516F734B3CB}" type="pres">
      <dgm:prSet presAssocID="{A9A283EE-027B-4736-ADB7-102AC764C002}" presName="spNode" presStyleCnt="0"/>
      <dgm:spPr/>
    </dgm:pt>
    <dgm:pt modelId="{29EF95C7-CEC7-4E16-9936-E833E71AE86E}" type="pres">
      <dgm:prSet presAssocID="{BBA22994-3B40-47D0-AD97-3824DFB440E4}" presName="sibTrans" presStyleLbl="sibTrans1D1" presStyleIdx="3" presStyleCnt="5"/>
      <dgm:spPr/>
    </dgm:pt>
    <dgm:pt modelId="{07711CAC-65FB-48E0-9689-00E8946D0AE1}" type="pres">
      <dgm:prSet presAssocID="{4C3993C9-D3F4-47F8-98D4-8A54594821DC}" presName="node" presStyleLbl="node1" presStyleIdx="4" presStyleCnt="5">
        <dgm:presLayoutVars>
          <dgm:bulletEnabled val="1"/>
        </dgm:presLayoutVars>
      </dgm:prSet>
      <dgm:spPr/>
    </dgm:pt>
    <dgm:pt modelId="{8A0DAADC-16DA-4A0E-A418-15A56A629C45}" type="pres">
      <dgm:prSet presAssocID="{4C3993C9-D3F4-47F8-98D4-8A54594821DC}" presName="spNode" presStyleCnt="0"/>
      <dgm:spPr/>
    </dgm:pt>
    <dgm:pt modelId="{1FD89410-EFED-4D3A-ABE0-91AAEE62C423}" type="pres">
      <dgm:prSet presAssocID="{57806EF5-4FF3-43B9-883E-05D55D4C4CDA}" presName="sibTrans" presStyleLbl="sibTrans1D1" presStyleIdx="4" presStyleCnt="5"/>
      <dgm:spPr/>
    </dgm:pt>
  </dgm:ptLst>
  <dgm:cxnLst>
    <dgm:cxn modelId="{A95E9816-1FD9-4BD1-BFA7-08778BC033AC}" type="presOf" srcId="{9DEB89E3-4828-460D-BE62-B6D0C8DE8514}" destId="{45B6222F-FA17-46FF-97CA-1B8A89A24EBC}" srcOrd="0" destOrd="0" presId="urn:microsoft.com/office/officeart/2005/8/layout/cycle5"/>
    <dgm:cxn modelId="{35F4E723-7F76-4C1D-A44E-310254559DA6}" srcId="{78CE7170-ED5C-4763-96B1-066DFF043EF3}" destId="{D7BBB53B-5D14-41CA-A867-25428B6A5DFB}" srcOrd="0" destOrd="0" parTransId="{247580EE-4658-4059-BEDA-836186B0C5DD}" sibTransId="{D6F9B182-D9FA-475C-AB7B-D835C6DCF0A5}"/>
    <dgm:cxn modelId="{B92C023F-CF34-473C-BD7F-91DEB16D2514}" type="presOf" srcId="{A9A283EE-027B-4736-ADB7-102AC764C002}" destId="{9AA67B63-10BD-4462-A4FC-AE0FA41D8683}" srcOrd="0" destOrd="0" presId="urn:microsoft.com/office/officeart/2005/8/layout/cycle5"/>
    <dgm:cxn modelId="{37EF105B-0959-481E-8306-2C2C02809837}" srcId="{78CE7170-ED5C-4763-96B1-066DFF043EF3}" destId="{9DEB89E3-4828-460D-BE62-B6D0C8DE8514}" srcOrd="2" destOrd="0" parTransId="{0F34DB2C-8BDE-4698-90D8-3F4ECE29AF57}" sibTransId="{F4E029D5-EBF5-427A-A869-B1FF394CB63B}"/>
    <dgm:cxn modelId="{6EF1D65E-BCEE-4483-BE90-3B36C49F8004}" type="presOf" srcId="{D1C5EA0B-EC59-4C38-88F1-78630894C19F}" destId="{03D21876-CA48-4FA0-8523-0A6BC6A6D7FE}" srcOrd="0" destOrd="0" presId="urn:microsoft.com/office/officeart/2005/8/layout/cycle5"/>
    <dgm:cxn modelId="{C1C2855F-D4A4-4CF5-9251-96D5492496ED}" type="presOf" srcId="{4C3993C9-D3F4-47F8-98D4-8A54594821DC}" destId="{07711CAC-65FB-48E0-9689-00E8946D0AE1}" srcOrd="0" destOrd="0" presId="urn:microsoft.com/office/officeart/2005/8/layout/cycle5"/>
    <dgm:cxn modelId="{BE53AB72-ED61-4922-B074-5575590798D7}" srcId="{78CE7170-ED5C-4763-96B1-066DFF043EF3}" destId="{D1C5EA0B-EC59-4C38-88F1-78630894C19F}" srcOrd="1" destOrd="0" parTransId="{0A1C6391-6B4A-4FB4-A964-50E1775D7C14}" sibTransId="{1345C1BE-A091-44B4-9D75-DA5A2104D094}"/>
    <dgm:cxn modelId="{4BC7A374-DFDF-4FFC-B105-1E21EDEECE1E}" srcId="{78CE7170-ED5C-4763-96B1-066DFF043EF3}" destId="{A9A283EE-027B-4736-ADB7-102AC764C002}" srcOrd="3" destOrd="0" parTransId="{C31802A4-0767-40D1-BC91-E709BDB0B7F1}" sibTransId="{BBA22994-3B40-47D0-AD97-3824DFB440E4}"/>
    <dgm:cxn modelId="{4A044F75-5A35-4A06-826C-A79E7BEEB1FC}" type="presOf" srcId="{78CE7170-ED5C-4763-96B1-066DFF043EF3}" destId="{02B282E0-B081-47BF-893A-C3646642495D}" srcOrd="0" destOrd="0" presId="urn:microsoft.com/office/officeart/2005/8/layout/cycle5"/>
    <dgm:cxn modelId="{6EB21080-6A5C-452C-A723-EE806704E74F}" type="presOf" srcId="{BBA22994-3B40-47D0-AD97-3824DFB440E4}" destId="{29EF95C7-CEC7-4E16-9936-E833E71AE86E}" srcOrd="0" destOrd="0" presId="urn:microsoft.com/office/officeart/2005/8/layout/cycle5"/>
    <dgm:cxn modelId="{965C018D-8083-4B7B-8857-BD9B8A4C77AA}" type="presOf" srcId="{F4E029D5-EBF5-427A-A869-B1FF394CB63B}" destId="{A77EE4E5-BD7B-420F-9A0C-88FC6B021773}" srcOrd="0" destOrd="0" presId="urn:microsoft.com/office/officeart/2005/8/layout/cycle5"/>
    <dgm:cxn modelId="{C62B10B9-1550-448B-9DD3-D797697A3B4C}" srcId="{78CE7170-ED5C-4763-96B1-066DFF043EF3}" destId="{4C3993C9-D3F4-47F8-98D4-8A54594821DC}" srcOrd="4" destOrd="0" parTransId="{1B25E4E8-1DD9-4A4E-9B00-554420611BC2}" sibTransId="{57806EF5-4FF3-43B9-883E-05D55D4C4CDA}"/>
    <dgm:cxn modelId="{90D904CA-15F0-4090-83D7-D5F7C71075C7}" type="presOf" srcId="{1345C1BE-A091-44B4-9D75-DA5A2104D094}" destId="{020DA1A3-8893-4820-81A0-9EA4D0BAAB7B}" srcOrd="0" destOrd="0" presId="urn:microsoft.com/office/officeart/2005/8/layout/cycle5"/>
    <dgm:cxn modelId="{BFC7C0DD-222A-4586-ADFA-5BDEA3884BC2}" type="presOf" srcId="{D7BBB53B-5D14-41CA-A867-25428B6A5DFB}" destId="{EBEFB50D-A2D3-4168-8E68-61AD16EFE4FF}" srcOrd="0" destOrd="0" presId="urn:microsoft.com/office/officeart/2005/8/layout/cycle5"/>
    <dgm:cxn modelId="{DBC910E1-7BD2-4B7B-9D0D-C382CC885D2E}" type="presOf" srcId="{57806EF5-4FF3-43B9-883E-05D55D4C4CDA}" destId="{1FD89410-EFED-4D3A-ABE0-91AAEE62C423}" srcOrd="0" destOrd="0" presId="urn:microsoft.com/office/officeart/2005/8/layout/cycle5"/>
    <dgm:cxn modelId="{C3885FF9-8198-4721-A1BC-6F85DEBCD144}" type="presOf" srcId="{D6F9B182-D9FA-475C-AB7B-D835C6DCF0A5}" destId="{859C5D58-CE89-4148-90B0-172877551130}" srcOrd="0" destOrd="0" presId="urn:microsoft.com/office/officeart/2005/8/layout/cycle5"/>
    <dgm:cxn modelId="{E1B3977F-EB1E-49BF-928B-09E17BD9C9FC}" type="presParOf" srcId="{02B282E0-B081-47BF-893A-C3646642495D}" destId="{EBEFB50D-A2D3-4168-8E68-61AD16EFE4FF}" srcOrd="0" destOrd="0" presId="urn:microsoft.com/office/officeart/2005/8/layout/cycle5"/>
    <dgm:cxn modelId="{CA57B6FA-7435-4D04-A364-409DA1C4BE9F}" type="presParOf" srcId="{02B282E0-B081-47BF-893A-C3646642495D}" destId="{9D89F17D-3916-43E9-8700-30CE947CD288}" srcOrd="1" destOrd="0" presId="urn:microsoft.com/office/officeart/2005/8/layout/cycle5"/>
    <dgm:cxn modelId="{8ABE1153-560E-4FD9-8564-F0284357A08B}" type="presParOf" srcId="{02B282E0-B081-47BF-893A-C3646642495D}" destId="{859C5D58-CE89-4148-90B0-172877551130}" srcOrd="2" destOrd="0" presId="urn:microsoft.com/office/officeart/2005/8/layout/cycle5"/>
    <dgm:cxn modelId="{FF955F78-209A-4003-A2B5-4772DAF36FC6}" type="presParOf" srcId="{02B282E0-B081-47BF-893A-C3646642495D}" destId="{03D21876-CA48-4FA0-8523-0A6BC6A6D7FE}" srcOrd="3" destOrd="0" presId="urn:microsoft.com/office/officeart/2005/8/layout/cycle5"/>
    <dgm:cxn modelId="{4F5EC741-8DE7-4399-831C-75D61F118846}" type="presParOf" srcId="{02B282E0-B081-47BF-893A-C3646642495D}" destId="{F09D6F09-954E-42A8-B443-C82841D63372}" srcOrd="4" destOrd="0" presId="urn:microsoft.com/office/officeart/2005/8/layout/cycle5"/>
    <dgm:cxn modelId="{96C4D822-9583-4EFF-A2AA-177D694D30CF}" type="presParOf" srcId="{02B282E0-B081-47BF-893A-C3646642495D}" destId="{020DA1A3-8893-4820-81A0-9EA4D0BAAB7B}" srcOrd="5" destOrd="0" presId="urn:microsoft.com/office/officeart/2005/8/layout/cycle5"/>
    <dgm:cxn modelId="{7387F9F5-9403-41E5-89AD-303D9D718BF7}" type="presParOf" srcId="{02B282E0-B081-47BF-893A-C3646642495D}" destId="{45B6222F-FA17-46FF-97CA-1B8A89A24EBC}" srcOrd="6" destOrd="0" presId="urn:microsoft.com/office/officeart/2005/8/layout/cycle5"/>
    <dgm:cxn modelId="{F5DB17FE-979B-4638-BB3B-A889965FD155}" type="presParOf" srcId="{02B282E0-B081-47BF-893A-C3646642495D}" destId="{ADEA5687-26C3-4BE2-B148-288596663B4A}" srcOrd="7" destOrd="0" presId="urn:microsoft.com/office/officeart/2005/8/layout/cycle5"/>
    <dgm:cxn modelId="{91006957-48E7-4D31-91D0-B5BFD1C52E9B}" type="presParOf" srcId="{02B282E0-B081-47BF-893A-C3646642495D}" destId="{A77EE4E5-BD7B-420F-9A0C-88FC6B021773}" srcOrd="8" destOrd="0" presId="urn:microsoft.com/office/officeart/2005/8/layout/cycle5"/>
    <dgm:cxn modelId="{EEBBF361-91BD-4C97-A9A7-17B854979D79}" type="presParOf" srcId="{02B282E0-B081-47BF-893A-C3646642495D}" destId="{9AA67B63-10BD-4462-A4FC-AE0FA41D8683}" srcOrd="9" destOrd="0" presId="urn:microsoft.com/office/officeart/2005/8/layout/cycle5"/>
    <dgm:cxn modelId="{BDC792D7-0E3E-4915-93DA-5E15020BC451}" type="presParOf" srcId="{02B282E0-B081-47BF-893A-C3646642495D}" destId="{B6CB083F-04F3-4896-B7E7-D516F734B3CB}" srcOrd="10" destOrd="0" presId="urn:microsoft.com/office/officeart/2005/8/layout/cycle5"/>
    <dgm:cxn modelId="{6E3EE705-2B84-4446-AFD2-AF5DEE1EEDCE}" type="presParOf" srcId="{02B282E0-B081-47BF-893A-C3646642495D}" destId="{29EF95C7-CEC7-4E16-9936-E833E71AE86E}" srcOrd="11" destOrd="0" presId="urn:microsoft.com/office/officeart/2005/8/layout/cycle5"/>
    <dgm:cxn modelId="{BB239883-A1E0-4C9D-9E3E-C44AF7FD958E}" type="presParOf" srcId="{02B282E0-B081-47BF-893A-C3646642495D}" destId="{07711CAC-65FB-48E0-9689-00E8946D0AE1}" srcOrd="12" destOrd="0" presId="urn:microsoft.com/office/officeart/2005/8/layout/cycle5"/>
    <dgm:cxn modelId="{54DC233C-B7C4-4EB7-9CAC-9D2B90CA7E1C}" type="presParOf" srcId="{02B282E0-B081-47BF-893A-C3646642495D}" destId="{8A0DAADC-16DA-4A0E-A418-15A56A629C45}" srcOrd="13" destOrd="0" presId="urn:microsoft.com/office/officeart/2005/8/layout/cycle5"/>
    <dgm:cxn modelId="{C2BC3461-D5B9-4C92-9398-500075529938}" type="presParOf" srcId="{02B282E0-B081-47BF-893A-C3646642495D}" destId="{1FD89410-EFED-4D3A-ABE0-91AAEE62C423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FB50D-A2D3-4168-8E68-61AD16EFE4FF}">
      <dsp:nvSpPr>
        <dsp:cNvPr id="0" name=""/>
        <dsp:cNvSpPr/>
      </dsp:nvSpPr>
      <dsp:spPr>
        <a:xfrm>
          <a:off x="2844799" y="3160"/>
          <a:ext cx="2438400" cy="115698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High School (2015-17)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Graduate with Honors </a:t>
          </a:r>
          <a:endParaRPr lang="en-IN" sz="1600" b="1" kern="1200" dirty="0">
            <a:solidFill>
              <a:srgbClr val="002060"/>
            </a:solidFill>
          </a:endParaRPr>
        </a:p>
      </dsp:txBody>
      <dsp:txXfrm>
        <a:off x="2901279" y="59640"/>
        <a:ext cx="2325440" cy="1044029"/>
      </dsp:txXfrm>
    </dsp:sp>
    <dsp:sp modelId="{859C5D58-CE89-4148-90B0-172877551130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3688925" y="456590"/>
              </a:moveTo>
              <a:arcTo wR="2310126" hR="2310126" stAng="18398680" swAng="872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D21876-CA48-4FA0-8523-0A6BC6A6D7FE}">
      <dsp:nvSpPr>
        <dsp:cNvPr id="0" name=""/>
        <dsp:cNvSpPr/>
      </dsp:nvSpPr>
      <dsp:spPr>
        <a:xfrm>
          <a:off x="5371068" y="1599418"/>
          <a:ext cx="1779984" cy="115698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Bachelor’s Degree(2017-20)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B.C.A In Computer science</a:t>
          </a:r>
          <a:endParaRPr lang="en-IN" sz="1600" b="1" kern="1200" dirty="0">
            <a:solidFill>
              <a:srgbClr val="002060"/>
            </a:solidFill>
          </a:endParaRPr>
        </a:p>
      </dsp:txBody>
      <dsp:txXfrm>
        <a:off x="5427548" y="1655898"/>
        <a:ext cx="1667024" cy="1044029"/>
      </dsp:txXfrm>
    </dsp:sp>
    <dsp:sp modelId="{020DA1A3-8893-4820-81A0-9EA4D0BAAB7B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4614700" y="2470186"/>
              </a:moveTo>
              <a:arcTo wR="2310126" hR="2310126" stAng="21838381" swAng="135921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B6222F-FA17-46FF-97CA-1B8A89A24EBC}">
      <dsp:nvSpPr>
        <dsp:cNvPr id="0" name=""/>
        <dsp:cNvSpPr/>
      </dsp:nvSpPr>
      <dsp:spPr>
        <a:xfrm>
          <a:off x="4531865" y="4182218"/>
          <a:ext cx="1779984" cy="115698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Internship(2021)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Software </a:t>
          </a:r>
          <a:r>
            <a:rPr lang="en-US" sz="1600" b="1" kern="1200" dirty="0" err="1">
              <a:solidFill>
                <a:srgbClr val="002060"/>
              </a:solidFill>
            </a:rPr>
            <a:t>Devlopment</a:t>
          </a:r>
          <a:r>
            <a:rPr lang="en-US" sz="1600" b="1" kern="1200" dirty="0">
              <a:solidFill>
                <a:srgbClr val="002060"/>
              </a:solidFill>
            </a:rPr>
            <a:t> intern</a:t>
          </a:r>
          <a:endParaRPr lang="en-IN" sz="1600" b="1" kern="1200" dirty="0">
            <a:solidFill>
              <a:srgbClr val="002060"/>
            </a:solidFill>
          </a:endParaRPr>
        </a:p>
      </dsp:txBody>
      <dsp:txXfrm>
        <a:off x="4588345" y="4238698"/>
        <a:ext cx="1667024" cy="1044029"/>
      </dsp:txXfrm>
    </dsp:sp>
    <dsp:sp modelId="{A77EE4E5-BD7B-420F-9A0C-88FC6B021773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2593389" y="4602819"/>
              </a:moveTo>
              <a:arcTo wR="2310126" hR="2310126" stAng="4977406" swAng="84518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A67B63-10BD-4462-A4FC-AE0FA41D8683}">
      <dsp:nvSpPr>
        <dsp:cNvPr id="0" name=""/>
        <dsp:cNvSpPr/>
      </dsp:nvSpPr>
      <dsp:spPr>
        <a:xfrm>
          <a:off x="1816149" y="4182218"/>
          <a:ext cx="1779984" cy="115698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Master’s Degree(2022-2024)</a:t>
          </a:r>
          <a:endParaRPr lang="en-IN" sz="1600" b="1" kern="1200" dirty="0">
            <a:solidFill>
              <a:srgbClr val="002060"/>
            </a:solidFill>
          </a:endParaRPr>
        </a:p>
      </dsp:txBody>
      <dsp:txXfrm>
        <a:off x="1872629" y="4238698"/>
        <a:ext cx="1667024" cy="1044029"/>
      </dsp:txXfrm>
    </dsp:sp>
    <dsp:sp modelId="{29EF95C7-CEC7-4E16-9936-E833E71AE86E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244996" y="3345463"/>
              </a:moveTo>
              <a:arcTo wR="2310126" hR="2310126" stAng="9202406" swAng="135921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711CAC-65FB-48E0-9689-00E8946D0AE1}">
      <dsp:nvSpPr>
        <dsp:cNvPr id="0" name=""/>
        <dsp:cNvSpPr/>
      </dsp:nvSpPr>
      <dsp:spPr>
        <a:xfrm>
          <a:off x="976947" y="1599418"/>
          <a:ext cx="1779984" cy="115698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Certification: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</a:rPr>
            <a:t>python</a:t>
          </a:r>
          <a:endParaRPr lang="en-IN" sz="1600" b="1" kern="1200" dirty="0">
            <a:solidFill>
              <a:srgbClr val="002060"/>
            </a:solidFill>
          </a:endParaRPr>
        </a:p>
      </dsp:txBody>
      <dsp:txXfrm>
        <a:off x="1033427" y="1655898"/>
        <a:ext cx="1667024" cy="1044029"/>
      </dsp:txXfrm>
    </dsp:sp>
    <dsp:sp modelId="{1FD89410-EFED-4D3A-ABE0-91AAEE62C423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509930" y="862376"/>
              </a:moveTo>
              <a:arcTo wR="2310126" hR="2310126" stAng="13128411" swAng="872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11F1-8F23-71E2-877D-C0B0916CE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3579F-1332-011A-CE56-54702F935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0620-5178-9577-E66A-8DB1024C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CE752-7632-B4E2-FE0B-B761AA3C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69723-6897-A748-67CF-25CAF07D0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92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52F89-8285-AFAF-36DF-F04E0D34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F030-6736-5A1A-7C08-7DA8368C3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FBBF2-95B2-6F20-0328-41A74F01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1D9C1-763C-2ED5-FD11-7E03BEEF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2D9A4-CAA0-EF8D-6D60-5C6ED2B3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6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7A44-5682-0D71-19E5-2C3C40EB4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B9A6F-608D-0044-BF4E-2CE370C98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23B96-557B-D7ED-17C6-D3F2CB6F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A293A-00F7-2A76-B8E6-2A0B63B4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F1FCD-A07F-41EA-CE78-1A6639E9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70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5BA6-20C7-33A7-77BE-C85B68EA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FA14-5F07-B1F0-B1CF-BA4B50419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288F4-51C3-9FD4-AE65-8EE5B76E7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EADF0-5CED-2A04-BFFD-1EAD810C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7078A-39F7-63E5-F174-C6D33826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FD96A-E3A5-3DB1-AF65-6A9BCE52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1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52D5-F4AF-68EF-F26E-4B970D254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E370B-482B-5C13-524B-4774806E7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BB0A0-96D6-2C52-E571-2F6CD094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9BB85-D0A9-8E1C-CFFE-B6E8BE9D9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3B7C7-D2AC-F2F1-6CDD-5E9781884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51B67-B02F-3186-F0B0-B383E238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B3A97D-0D6F-6F32-B7D9-582FA08D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F8900-F694-912C-495A-B016E6F0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976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3466-F480-0F4D-2E4E-91833E6D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A1DCE-C759-9086-A1DB-781671BB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BC971-C292-C6BD-9FE7-DF4E0BF9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B872C-1F77-A814-2084-48F5F59D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31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BFCAE-C39D-8754-2814-D1EA2FBA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7B29C-485C-203B-C61D-10BEAC1E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F453F-81EA-6E2D-73E5-7E8DA820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7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916B-AA5D-C3C4-8910-B43B0448C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28AC0-CE2E-517F-76E4-3CC4F17D3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62A4C-C0CC-0053-D41F-189E89C2C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3BC11-DECC-304B-A784-4EFB06AD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1EC8E-6E99-8F07-CDA9-E38078A4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14405-23CD-547D-56E3-2D2FFDAC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445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24289-1291-CB76-078D-04F5E748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8CB8B3-4A13-9C87-F24C-9768F0F699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37037-214F-CDFE-D09C-172A86EF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B5954-0358-2341-4758-9050577C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77ACF-6DB8-998E-3C77-0FE920B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8DEA9-9356-8A46-E808-53609B3C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01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F344-0473-0FD7-443C-FA4617C9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83964-1A73-45E5-B8CD-6979E6A81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33ABB-97B8-321F-A09E-A45CBF7AB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B0505-7623-0CD1-746D-85FA529A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20437-F46C-C639-3658-2F402ACC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7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AE038-38B7-9C78-FC2B-9C7C4CC7B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6FB9D-56CB-DB2D-98D8-A03B628EE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3926B-F71C-5AF3-1EA7-4165A415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8484A-35CB-956E-9428-B8A4F506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BFB50-CD8B-284E-D584-FC3CB355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5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FA4DF-6835-1F86-9F20-49D61FE3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5913C-28A6-1463-3DCD-B3849481C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D3160-6B4A-B180-4A73-5177ECBC0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B7BCC-AB8A-42D5-9CD1-77D4720D2375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35520-83F6-6007-CC88-8281FB650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9589A-A0AD-1FB2-1C71-C849EA87A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A8AB7-6838-4516-91B9-8AFBF23E0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8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925BBBC-FD4D-2990-9DA0-7927B3CFE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714745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666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 Lakhani</dc:creator>
  <cp:lastModifiedBy>Rahil Kalathiya</cp:lastModifiedBy>
  <cp:revision>2</cp:revision>
  <dcterms:created xsi:type="dcterms:W3CDTF">2025-04-09T16:52:17Z</dcterms:created>
  <dcterms:modified xsi:type="dcterms:W3CDTF">2025-04-10T12:44:46Z</dcterms:modified>
</cp:coreProperties>
</file>